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이동하려면 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DFBD540D-A5D9-4FF9-AB26-5D7E6495DF6B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프로젝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기능과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기능을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파일을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따라가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기보다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무엇을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무엇을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겠습니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나뉩니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프로그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램들이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주고받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대시보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제어하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눌렀을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대시보드는 실행 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이어지게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3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주기적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 최신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복사본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읽습니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저장하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FastAP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전달합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접근하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않는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구조입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최근에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수집한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보관한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공간입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들어올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rclpy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반환합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6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넓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_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q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속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겨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있고 데이터가 실제로 얼마나 들어오는지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최근 메시지가 설정 시간 동안 갱신되지 않은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타입으로 구독해 실제 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2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5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rvi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ce,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줍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pic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rvi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빡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뜻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S2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속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1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기준에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graphTransf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구분할 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연결된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관계까지만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그래프를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services,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4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섞어 설명하면 이 프로젝트의 동작을 잘못 이해하게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현재 실행 중인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시스템을 계속 관찰합니다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원하는 통신 형식을 등록하고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준비가 끝난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Call,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직접 실행하는 도구입니다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결과와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 이쪽에 남습니다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discovery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어떤 통신 요소가 있는지 자동으로 찾는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없어도 모니터링은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별도 기능이고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등록한 타입으로 직접 시험할 때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7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0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타입 코드를 생성하는 단계이고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 앞뒤 과정을 포함합니다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업로드한 파일은 정의서일 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바로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 수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패키지 구조와 설정 파일을 준비하고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사용할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코드가 생성됩니다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설치 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import-check, registry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갱신까지 묶은 상위 흐름이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colcon 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workspace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패키지를 빌드하는 명령입니다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생성된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실제로 불러올 수 있는지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성공이면 바로 실행 가능한가요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항상 그렇지는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install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 반영과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import-check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까지 통과해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상태인지 확인해야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3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6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9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시연은 먼저 관찰 기능을 보여준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실행으로 넘어갑니다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전체 상태를 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실시간 값과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Service, Action,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관계를 본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연결을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다음으로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등록하거나 업로드하고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 여부를 확인한 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Publish, Receive, Call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실행하고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Apply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 하나가 아니라 파일 준비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Build, 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 갱신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Backend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반영을 포함하는 전체 과정입니다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발표에서 가장 중요한 구분은 무엇인가요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execution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사용자가 직접 실행한다는 구분입니다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2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880" cy="113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서식을 편집하려면 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84200" cy="1634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685800"/>
            <a:ext cx="2849760" cy="31608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4" name=""/>
          <p:cNvSpPr/>
          <p:nvPr/>
        </p:nvSpPr>
        <p:spPr>
          <a:xfrm>
            <a:off x="762120" y="714240"/>
            <a:ext cx="26971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685800" y="1504800"/>
            <a:ext cx="7230960" cy="142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723960" y="3143160"/>
            <a:ext cx="65642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" name=""/>
          <p:cNvSpPr/>
          <p:nvPr/>
        </p:nvSpPr>
        <p:spPr>
          <a:xfrm>
            <a:off x="723960" y="3714840"/>
            <a:ext cx="6659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8477280" y="1285920"/>
            <a:ext cx="1992240" cy="199224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8858160" y="1952640"/>
            <a:ext cx="12304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477200" y="3905280"/>
            <a:ext cx="3992760" cy="99216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1" name=""/>
          <p:cNvSpPr/>
          <p:nvPr/>
        </p:nvSpPr>
        <p:spPr>
          <a:xfrm>
            <a:off x="771516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771516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315360" y="4210200"/>
            <a:ext cx="277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9715680" y="409572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" name=""/>
          <p:cNvSpPr/>
          <p:nvPr/>
        </p:nvSpPr>
        <p:spPr>
          <a:xfrm>
            <a:off x="9715680" y="4438800"/>
            <a:ext cx="151596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723960" y="6095880"/>
            <a:ext cx="246852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" name=""/>
          <p:cNvSpPr/>
          <p:nvPr/>
        </p:nvSpPr>
        <p:spPr>
          <a:xfrm>
            <a:off x="66672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2" name=""/>
          <p:cNvSpPr/>
          <p:nvPr/>
        </p:nvSpPr>
        <p:spPr>
          <a:xfrm>
            <a:off x="666720" y="1790640"/>
            <a:ext cx="58680" cy="313524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3" name=""/>
          <p:cNvSpPr/>
          <p:nvPr/>
        </p:nvSpPr>
        <p:spPr>
          <a:xfrm>
            <a:off x="89532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" name=""/>
          <p:cNvSpPr/>
          <p:nvPr/>
        </p:nvSpPr>
        <p:spPr>
          <a:xfrm>
            <a:off x="89532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" name=""/>
          <p:cNvSpPr/>
          <p:nvPr/>
        </p:nvSpPr>
        <p:spPr>
          <a:xfrm>
            <a:off x="442908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6" name=""/>
          <p:cNvSpPr/>
          <p:nvPr/>
        </p:nvSpPr>
        <p:spPr>
          <a:xfrm>
            <a:off x="4429080" y="1790640"/>
            <a:ext cx="58680" cy="313524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7" name=""/>
          <p:cNvSpPr/>
          <p:nvPr/>
        </p:nvSpPr>
        <p:spPr>
          <a:xfrm>
            <a:off x="465768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" name=""/>
          <p:cNvSpPr/>
          <p:nvPr/>
        </p:nvSpPr>
        <p:spPr>
          <a:xfrm>
            <a:off x="465768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" name=""/>
          <p:cNvSpPr/>
          <p:nvPr/>
        </p:nvSpPr>
        <p:spPr>
          <a:xfrm>
            <a:off x="8191440" y="1790640"/>
            <a:ext cx="3325680" cy="313524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0" name=""/>
          <p:cNvSpPr/>
          <p:nvPr/>
        </p:nvSpPr>
        <p:spPr>
          <a:xfrm>
            <a:off x="8191440" y="1790640"/>
            <a:ext cx="58680" cy="313524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41" name=""/>
          <p:cNvSpPr/>
          <p:nvPr/>
        </p:nvSpPr>
        <p:spPr>
          <a:xfrm>
            <a:off x="8420040" y="1943280"/>
            <a:ext cx="29448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8420040" y="2286000"/>
            <a:ext cx="2944800" cy="25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" name=""/>
          <p:cNvSpPr/>
          <p:nvPr/>
        </p:nvSpPr>
        <p:spPr>
          <a:xfrm>
            <a:off x="800280" y="5391000"/>
            <a:ext cx="1058400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2" name=""/>
          <p:cNvSpPr/>
          <p:nvPr/>
        </p:nvSpPr>
        <p:spPr>
          <a:xfrm>
            <a:off x="609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704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5" name=""/>
          <p:cNvSpPr/>
          <p:nvPr/>
        </p:nvSpPr>
        <p:spPr>
          <a:xfrm>
            <a:off x="2846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2941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7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8" name=""/>
          <p:cNvSpPr/>
          <p:nvPr/>
        </p:nvSpPr>
        <p:spPr>
          <a:xfrm>
            <a:off x="5082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5177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0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1" name=""/>
          <p:cNvSpPr/>
          <p:nvPr/>
        </p:nvSpPr>
        <p:spPr>
          <a:xfrm>
            <a:off x="731916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741420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9555480" y="2133720"/>
            <a:ext cx="2018880" cy="71604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9650880" y="2228760"/>
            <a:ext cx="18284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5" name=""/>
          <p:cNvSpPr/>
          <p:nvPr/>
        </p:nvSpPr>
        <p:spPr>
          <a:xfrm>
            <a:off x="72396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6" name=""/>
          <p:cNvSpPr/>
          <p:nvPr/>
        </p:nvSpPr>
        <p:spPr>
          <a:xfrm>
            <a:off x="723960" y="3390840"/>
            <a:ext cx="58680" cy="161136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7" name=""/>
          <p:cNvSpPr/>
          <p:nvPr/>
        </p:nvSpPr>
        <p:spPr>
          <a:xfrm>
            <a:off x="95256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8" name=""/>
          <p:cNvSpPr/>
          <p:nvPr/>
        </p:nvSpPr>
        <p:spPr>
          <a:xfrm>
            <a:off x="95256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9" name=""/>
          <p:cNvSpPr/>
          <p:nvPr/>
        </p:nvSpPr>
        <p:spPr>
          <a:xfrm>
            <a:off x="445788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0" name=""/>
          <p:cNvSpPr/>
          <p:nvPr/>
        </p:nvSpPr>
        <p:spPr>
          <a:xfrm>
            <a:off x="4457880" y="3390840"/>
            <a:ext cx="58680" cy="161136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1" name=""/>
          <p:cNvSpPr/>
          <p:nvPr/>
        </p:nvSpPr>
        <p:spPr>
          <a:xfrm>
            <a:off x="468648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2" name=""/>
          <p:cNvSpPr/>
          <p:nvPr/>
        </p:nvSpPr>
        <p:spPr>
          <a:xfrm>
            <a:off x="468648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3" name=""/>
          <p:cNvSpPr/>
          <p:nvPr/>
        </p:nvSpPr>
        <p:spPr>
          <a:xfrm>
            <a:off x="8191440" y="3390840"/>
            <a:ext cx="3268800" cy="161136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4" name=""/>
          <p:cNvSpPr/>
          <p:nvPr/>
        </p:nvSpPr>
        <p:spPr>
          <a:xfrm>
            <a:off x="8191440" y="3390840"/>
            <a:ext cx="58680" cy="161136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5" name=""/>
          <p:cNvSpPr/>
          <p:nvPr/>
        </p:nvSpPr>
        <p:spPr>
          <a:xfrm>
            <a:off x="8420040" y="3543480"/>
            <a:ext cx="28875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6" name=""/>
          <p:cNvSpPr/>
          <p:nvPr/>
        </p:nvSpPr>
        <p:spPr>
          <a:xfrm>
            <a:off x="8420040" y="3886200"/>
            <a:ext cx="2887560" cy="100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8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Rectangle 3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1"/>
          <p:cNvSpPr/>
          <p:nvPr/>
        </p:nvSpPr>
        <p:spPr>
          <a:xfrm>
            <a:off x="1230480" y="320040"/>
            <a:ext cx="9568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3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4" name="Rectangle 82"/>
          <p:cNvSpPr/>
          <p:nvPr/>
        </p:nvSpPr>
        <p:spPr>
          <a:xfrm>
            <a:off x="521640" y="1440000"/>
            <a:ext cx="10998000" cy="150336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3"/>
          <p:cNvSpPr/>
          <p:nvPr/>
        </p:nvSpPr>
        <p:spPr>
          <a:xfrm>
            <a:off x="696960" y="1486080"/>
            <a:ext cx="10998000" cy="49752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4"/>
          <p:cNvSpPr/>
          <p:nvPr/>
        </p:nvSpPr>
        <p:spPr>
          <a:xfrm>
            <a:off x="696960" y="19800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Rectangle 85"/>
          <p:cNvSpPr/>
          <p:nvPr/>
        </p:nvSpPr>
        <p:spPr>
          <a:xfrm>
            <a:off x="696960" y="2460600"/>
            <a:ext cx="10998000" cy="36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8" name="Rectangle 86"/>
          <p:cNvSpPr/>
          <p:nvPr/>
        </p:nvSpPr>
        <p:spPr>
          <a:xfrm>
            <a:off x="2011680" y="1463040"/>
            <a:ext cx="3600" cy="150336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9" name="TextBox 87"/>
          <p:cNvSpPr/>
          <p:nvPr/>
        </p:nvSpPr>
        <p:spPr>
          <a:xfrm>
            <a:off x="1098360" y="1613520"/>
            <a:ext cx="3013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88"/>
          <p:cNvSpPr/>
          <p:nvPr/>
        </p:nvSpPr>
        <p:spPr>
          <a:xfrm>
            <a:off x="5473800" y="1613520"/>
            <a:ext cx="6505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TextBox 89"/>
          <p:cNvSpPr/>
          <p:nvPr/>
        </p:nvSpPr>
        <p:spPr>
          <a:xfrm>
            <a:off x="1002960" y="2124360"/>
            <a:ext cx="61236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2" name="TextBox 90"/>
          <p:cNvSpPr/>
          <p:nvPr/>
        </p:nvSpPr>
        <p:spPr>
          <a:xfrm>
            <a:off x="982440" y="2627280"/>
            <a:ext cx="65340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Rectangle 101"/>
          <p:cNvSpPr/>
          <p:nvPr/>
        </p:nvSpPr>
        <p:spPr>
          <a:xfrm>
            <a:off x="59436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4" name="TextBox 103"/>
          <p:cNvSpPr/>
          <p:nvPr/>
        </p:nvSpPr>
        <p:spPr>
          <a:xfrm>
            <a:off x="2000160" y="3823560"/>
            <a:ext cx="3144960" cy="35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5"/>
          <p:cNvSpPr/>
          <p:nvPr/>
        </p:nvSpPr>
        <p:spPr>
          <a:xfrm>
            <a:off x="2000160" y="435096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07"/>
          <p:cNvSpPr/>
          <p:nvPr/>
        </p:nvSpPr>
        <p:spPr>
          <a:xfrm>
            <a:off x="2000160" y="479088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09"/>
          <p:cNvSpPr/>
          <p:nvPr/>
        </p:nvSpPr>
        <p:spPr>
          <a:xfrm>
            <a:off x="1980000" y="5223240"/>
            <a:ext cx="314496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1"/>
          <p:cNvSpPr/>
          <p:nvPr/>
        </p:nvSpPr>
        <p:spPr>
          <a:xfrm>
            <a:off x="7250040" y="391104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3"/>
          <p:cNvSpPr/>
          <p:nvPr/>
        </p:nvSpPr>
        <p:spPr>
          <a:xfrm>
            <a:off x="7250040" y="43509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0" name="TextBox 115"/>
          <p:cNvSpPr/>
          <p:nvPr/>
        </p:nvSpPr>
        <p:spPr>
          <a:xfrm>
            <a:off x="7250040" y="479088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01" name="TextBox 117"/>
          <p:cNvSpPr/>
          <p:nvPr/>
        </p:nvSpPr>
        <p:spPr>
          <a:xfrm>
            <a:off x="7250040" y="5231160"/>
            <a:ext cx="339480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2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4920" cy="294840"/>
          </a:xfrm>
          <a:prstGeom prst="rect">
            <a:avLst/>
          </a:prstGeom>
          <a:ln w="0">
            <a:noFill/>
          </a:ln>
        </p:spPr>
      </p:pic>
      <p:pic>
        <p:nvPicPr>
          <p:cNvPr id="103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4" name="TextBox 34"/>
          <p:cNvSpPr/>
          <p:nvPr/>
        </p:nvSpPr>
        <p:spPr>
          <a:xfrm>
            <a:off x="2504160" y="21423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5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4800" cy="294840"/>
          </a:xfrm>
          <a:prstGeom prst="rect">
            <a:avLst/>
          </a:prstGeom>
          <a:ln w="0">
            <a:noFill/>
          </a:ln>
        </p:spPr>
      </p:pic>
      <p:pic>
        <p:nvPicPr>
          <p:cNvPr id="106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07" name="TextBox 106"/>
          <p:cNvSpPr/>
          <p:nvPr/>
        </p:nvSpPr>
        <p:spPr>
          <a:xfrm>
            <a:off x="3388680" y="214236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8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09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0" name="TextBox 36"/>
          <p:cNvSpPr/>
          <p:nvPr/>
        </p:nvSpPr>
        <p:spPr>
          <a:xfrm>
            <a:off x="4630680" y="214236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1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4840" cy="294840"/>
          </a:xfrm>
          <a:prstGeom prst="rect">
            <a:avLst/>
          </a:prstGeom>
          <a:ln w="0">
            <a:noFill/>
          </a:ln>
        </p:spPr>
      </p:pic>
      <p:pic>
        <p:nvPicPr>
          <p:cNvPr id="112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3" name="TextBox 112"/>
          <p:cNvSpPr/>
          <p:nvPr/>
        </p:nvSpPr>
        <p:spPr>
          <a:xfrm>
            <a:off x="5560920" y="214236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4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5000" cy="294840"/>
          </a:xfrm>
          <a:prstGeom prst="rect">
            <a:avLst/>
          </a:prstGeom>
          <a:ln w="0">
            <a:noFill/>
          </a:ln>
        </p:spPr>
      </p:pic>
      <p:pic>
        <p:nvPicPr>
          <p:cNvPr id="115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6" name="TextBox 38"/>
          <p:cNvSpPr/>
          <p:nvPr/>
        </p:nvSpPr>
        <p:spPr>
          <a:xfrm>
            <a:off x="6619320" y="21423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7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5040" cy="294840"/>
          </a:xfrm>
          <a:prstGeom prst="rect">
            <a:avLst/>
          </a:prstGeom>
          <a:ln w="0">
            <a:noFill/>
          </a:ln>
        </p:spPr>
      </p:pic>
      <p:pic>
        <p:nvPicPr>
          <p:cNvPr id="118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19" name="TextBox 118"/>
          <p:cNvSpPr/>
          <p:nvPr/>
        </p:nvSpPr>
        <p:spPr>
          <a:xfrm>
            <a:off x="2501280" y="264240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0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4800" cy="294840"/>
          </a:xfrm>
          <a:prstGeom prst="rect">
            <a:avLst/>
          </a:prstGeom>
          <a:ln w="0">
            <a:noFill/>
          </a:ln>
        </p:spPr>
      </p:pic>
      <p:pic>
        <p:nvPicPr>
          <p:cNvPr id="121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2" name="TextBox 121"/>
          <p:cNvSpPr/>
          <p:nvPr/>
        </p:nvSpPr>
        <p:spPr>
          <a:xfrm>
            <a:off x="3430080" y="26424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3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4880" cy="294840"/>
          </a:xfrm>
          <a:prstGeom prst="rect">
            <a:avLst/>
          </a:prstGeom>
          <a:ln w="0">
            <a:noFill/>
          </a:ln>
        </p:spPr>
      </p:pic>
      <p:pic>
        <p:nvPicPr>
          <p:cNvPr id="124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6960" cy="156960"/>
          </a:xfrm>
          <a:prstGeom prst="rect">
            <a:avLst/>
          </a:prstGeom>
          <a:ln w="0">
            <a:noFill/>
          </a:ln>
        </p:spPr>
      </p:pic>
      <p:sp>
        <p:nvSpPr>
          <p:cNvPr id="125" name="TextBox 124"/>
          <p:cNvSpPr/>
          <p:nvPr/>
        </p:nvSpPr>
        <p:spPr>
          <a:xfrm>
            <a:off x="4259880" y="264240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6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7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28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29" name="TextBox 128"/>
          <p:cNvSpPr/>
          <p:nvPr/>
        </p:nvSpPr>
        <p:spPr>
          <a:xfrm>
            <a:off x="1180080" y="3909960"/>
            <a:ext cx="3258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0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5080" cy="270000"/>
          </a:xfrm>
          <a:prstGeom prst="rect">
            <a:avLst/>
          </a:prstGeom>
          <a:ln w="0">
            <a:noFill/>
          </a:ln>
        </p:spPr>
      </p:pic>
      <p:pic>
        <p:nvPicPr>
          <p:cNvPr id="131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2" name="TextBox 131"/>
          <p:cNvSpPr/>
          <p:nvPr/>
        </p:nvSpPr>
        <p:spPr>
          <a:xfrm>
            <a:off x="1099440" y="4349880"/>
            <a:ext cx="68688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3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4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5" name="TextBox 134"/>
          <p:cNvSpPr/>
          <p:nvPr/>
        </p:nvSpPr>
        <p:spPr>
          <a:xfrm>
            <a:off x="1146600" y="4789800"/>
            <a:ext cx="3927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6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37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38" name="TextBox 137"/>
          <p:cNvSpPr/>
          <p:nvPr/>
        </p:nvSpPr>
        <p:spPr>
          <a:xfrm>
            <a:off x="1091520" y="5230080"/>
            <a:ext cx="502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9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40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1" name="TextBox 140"/>
          <p:cNvSpPr/>
          <p:nvPr/>
        </p:nvSpPr>
        <p:spPr>
          <a:xfrm>
            <a:off x="6245280" y="3909960"/>
            <a:ext cx="7556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2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3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4" name="TextBox 143"/>
          <p:cNvSpPr/>
          <p:nvPr/>
        </p:nvSpPr>
        <p:spPr>
          <a:xfrm>
            <a:off x="6277320" y="4349880"/>
            <a:ext cx="3913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5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4920" cy="270000"/>
          </a:xfrm>
          <a:prstGeom prst="rect">
            <a:avLst/>
          </a:prstGeom>
          <a:ln w="0">
            <a:noFill/>
          </a:ln>
        </p:spPr>
      </p:pic>
      <p:pic>
        <p:nvPicPr>
          <p:cNvPr id="146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47" name="TextBox 146"/>
          <p:cNvSpPr/>
          <p:nvPr/>
        </p:nvSpPr>
        <p:spPr>
          <a:xfrm>
            <a:off x="6336000" y="4789800"/>
            <a:ext cx="2739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8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4800" cy="270000"/>
          </a:xfrm>
          <a:prstGeom prst="rect">
            <a:avLst/>
          </a:prstGeom>
          <a:ln w="0">
            <a:noFill/>
          </a:ln>
        </p:spPr>
      </p:pic>
      <p:pic>
        <p:nvPicPr>
          <p:cNvPr id="149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3640" cy="143640"/>
          </a:xfrm>
          <a:prstGeom prst="rect">
            <a:avLst/>
          </a:prstGeom>
          <a:ln w="0">
            <a:noFill/>
          </a:ln>
        </p:spPr>
      </p:pic>
      <p:sp>
        <p:nvSpPr>
          <p:cNvPr id="150" name="TextBox 149"/>
          <p:cNvSpPr/>
          <p:nvPr/>
        </p:nvSpPr>
        <p:spPr>
          <a:xfrm>
            <a:off x="6230880" y="5230080"/>
            <a:ext cx="78444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51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6680" cy="280800"/>
          </a:xfrm>
          <a:prstGeom prst="rect">
            <a:avLst/>
          </a:prstGeom>
          <a:ln w="0">
            <a:noFill/>
          </a:ln>
        </p:spPr>
      </p:pic>
      <p:pic>
        <p:nvPicPr>
          <p:cNvPr id="152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5480" cy="128160"/>
          </a:xfrm>
          <a:prstGeom prst="rect">
            <a:avLst/>
          </a:prstGeom>
          <a:ln w="0">
            <a:noFill/>
          </a:ln>
        </p:spPr>
      </p:pic>
      <p:sp>
        <p:nvSpPr>
          <p:cNvPr id="153" name=""/>
          <p:cNvSpPr/>
          <p:nvPr/>
        </p:nvSpPr>
        <p:spPr>
          <a:xfrm>
            <a:off x="1010160" y="5678280"/>
            <a:ext cx="497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4" name="TextBox 39"/>
          <p:cNvSpPr/>
          <p:nvPr/>
        </p:nvSpPr>
        <p:spPr>
          <a:xfrm>
            <a:off x="1980000" y="5718240"/>
            <a:ext cx="34153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5" name="Rectangle 17"/>
          <p:cNvSpPr/>
          <p:nvPr/>
        </p:nvSpPr>
        <p:spPr>
          <a:xfrm>
            <a:off x="5760000" y="3780000"/>
            <a:ext cx="67680" cy="215532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Rectangle 1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0" y="0"/>
            <a:ext cx="12187800" cy="5040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8" name="TextBox 2"/>
          <p:cNvSpPr/>
          <p:nvPr/>
        </p:nvSpPr>
        <p:spPr>
          <a:xfrm>
            <a:off x="685800" y="333000"/>
            <a:ext cx="127584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TextBox 4"/>
          <p:cNvSpPr/>
          <p:nvPr/>
        </p:nvSpPr>
        <p:spPr>
          <a:xfrm>
            <a:off x="685800" y="617400"/>
            <a:ext cx="529920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1" name="TextBox 5"/>
          <p:cNvSpPr/>
          <p:nvPr/>
        </p:nvSpPr>
        <p:spPr>
          <a:xfrm>
            <a:off x="685800" y="1104840"/>
            <a:ext cx="8956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Rounded Rectangle 6"/>
          <p:cNvSpPr/>
          <p:nvPr/>
        </p:nvSpPr>
        <p:spPr>
          <a:xfrm>
            <a:off x="502920" y="1554480"/>
            <a:ext cx="561924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3" name="TextBox 7"/>
          <p:cNvSpPr/>
          <p:nvPr/>
        </p:nvSpPr>
        <p:spPr>
          <a:xfrm>
            <a:off x="713160" y="1714680"/>
            <a:ext cx="200736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4" name="TextBox 8"/>
          <p:cNvSpPr/>
          <p:nvPr/>
        </p:nvSpPr>
        <p:spPr>
          <a:xfrm>
            <a:off x="4160520" y="1761840"/>
            <a:ext cx="16416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5" name="Rounded Rectangle 11"/>
          <p:cNvSpPr/>
          <p:nvPr/>
        </p:nvSpPr>
        <p:spPr>
          <a:xfrm>
            <a:off x="6309360" y="1554480"/>
            <a:ext cx="5344920" cy="447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2"/>
          <p:cNvSpPr/>
          <p:nvPr/>
        </p:nvSpPr>
        <p:spPr>
          <a:xfrm>
            <a:off x="6519600" y="1714680"/>
            <a:ext cx="2921760" cy="26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7" name="Rounded Rectangle 13"/>
          <p:cNvSpPr/>
          <p:nvPr/>
        </p:nvSpPr>
        <p:spPr>
          <a:xfrm>
            <a:off x="6519600" y="20847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8" name="TextBox 14"/>
          <p:cNvSpPr/>
          <p:nvPr/>
        </p:nvSpPr>
        <p:spPr>
          <a:xfrm>
            <a:off x="6675120" y="21603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9" name="TextBox 15"/>
          <p:cNvSpPr/>
          <p:nvPr/>
        </p:nvSpPr>
        <p:spPr>
          <a:xfrm>
            <a:off x="8247960" y="2166480"/>
            <a:ext cx="28760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Rounded Rectangle 16"/>
          <p:cNvSpPr/>
          <p:nvPr/>
        </p:nvSpPr>
        <p:spPr>
          <a:xfrm>
            <a:off x="6519600" y="27064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1" name="TextBox 17"/>
          <p:cNvSpPr/>
          <p:nvPr/>
        </p:nvSpPr>
        <p:spPr>
          <a:xfrm>
            <a:off x="6675120" y="278244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2" name="TextBox 18"/>
          <p:cNvSpPr/>
          <p:nvPr/>
        </p:nvSpPr>
        <p:spPr>
          <a:xfrm>
            <a:off x="8247960" y="271908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Rounded Rectangle 19"/>
          <p:cNvSpPr/>
          <p:nvPr/>
        </p:nvSpPr>
        <p:spPr>
          <a:xfrm>
            <a:off x="6519600" y="332856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4" name="TextBox 20"/>
          <p:cNvSpPr/>
          <p:nvPr/>
        </p:nvSpPr>
        <p:spPr>
          <a:xfrm>
            <a:off x="6675120" y="340416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5" name="TextBox 21"/>
          <p:cNvSpPr/>
          <p:nvPr/>
        </p:nvSpPr>
        <p:spPr>
          <a:xfrm>
            <a:off x="8247960" y="334080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Rounded Rectangle 22"/>
          <p:cNvSpPr/>
          <p:nvPr/>
        </p:nvSpPr>
        <p:spPr>
          <a:xfrm>
            <a:off x="6519600" y="3950280"/>
            <a:ext cx="4787280" cy="47124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7" name="TextBox 23"/>
          <p:cNvSpPr/>
          <p:nvPr/>
        </p:nvSpPr>
        <p:spPr>
          <a:xfrm>
            <a:off x="6675120" y="4025880"/>
            <a:ext cx="150444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TextBox 24"/>
          <p:cNvSpPr/>
          <p:nvPr/>
        </p:nvSpPr>
        <p:spPr>
          <a:xfrm>
            <a:off x="8247960" y="3962520"/>
            <a:ext cx="287604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9" name="TextBox 25"/>
          <p:cNvSpPr/>
          <p:nvPr/>
        </p:nvSpPr>
        <p:spPr>
          <a:xfrm>
            <a:off x="6519600" y="4660560"/>
            <a:ext cx="12758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Rounded Rectangle 26"/>
          <p:cNvSpPr/>
          <p:nvPr/>
        </p:nvSpPr>
        <p:spPr>
          <a:xfrm>
            <a:off x="6519600" y="5010840"/>
            <a:ext cx="83700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1" name="TextBox 27"/>
          <p:cNvSpPr/>
          <p:nvPr/>
        </p:nvSpPr>
        <p:spPr>
          <a:xfrm>
            <a:off x="6519600" y="5132160"/>
            <a:ext cx="8370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2" name="TextBox 28"/>
          <p:cNvSpPr/>
          <p:nvPr/>
        </p:nvSpPr>
        <p:spPr>
          <a:xfrm>
            <a:off x="74340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Rounded Rectangle 29"/>
          <p:cNvSpPr/>
          <p:nvPr/>
        </p:nvSpPr>
        <p:spPr>
          <a:xfrm>
            <a:off x="7671960" y="5010840"/>
            <a:ext cx="1047240" cy="40716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4" name="TextBox 30"/>
          <p:cNvSpPr/>
          <p:nvPr/>
        </p:nvSpPr>
        <p:spPr>
          <a:xfrm>
            <a:off x="7671960" y="5132160"/>
            <a:ext cx="10472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5" name="TextBox 31"/>
          <p:cNvSpPr/>
          <p:nvPr/>
        </p:nvSpPr>
        <p:spPr>
          <a:xfrm>
            <a:off x="879660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Rounded Rectangle 32"/>
          <p:cNvSpPr/>
          <p:nvPr/>
        </p:nvSpPr>
        <p:spPr>
          <a:xfrm>
            <a:off x="903420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7" name="TextBox 33"/>
          <p:cNvSpPr/>
          <p:nvPr/>
        </p:nvSpPr>
        <p:spPr>
          <a:xfrm>
            <a:off x="903420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8" name="TextBox 34"/>
          <p:cNvSpPr/>
          <p:nvPr/>
        </p:nvSpPr>
        <p:spPr>
          <a:xfrm>
            <a:off x="976572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Rounded Rectangle 35"/>
          <p:cNvSpPr/>
          <p:nvPr/>
        </p:nvSpPr>
        <p:spPr>
          <a:xfrm>
            <a:off x="10003680" y="5010840"/>
            <a:ext cx="498600" cy="40716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0" name="TextBox 36"/>
          <p:cNvSpPr/>
          <p:nvPr/>
        </p:nvSpPr>
        <p:spPr>
          <a:xfrm>
            <a:off x="10003680" y="5132160"/>
            <a:ext cx="49860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1" name="TextBox 37"/>
          <p:cNvSpPr/>
          <p:nvPr/>
        </p:nvSpPr>
        <p:spPr>
          <a:xfrm>
            <a:off x="10579680" y="5029200"/>
            <a:ext cx="1602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38"/>
          <p:cNvSpPr/>
          <p:nvPr/>
        </p:nvSpPr>
        <p:spPr>
          <a:xfrm>
            <a:off x="10817280" y="5010840"/>
            <a:ext cx="654120" cy="40716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39"/>
          <p:cNvSpPr/>
          <p:nvPr/>
        </p:nvSpPr>
        <p:spPr>
          <a:xfrm>
            <a:off x="10817280" y="5132160"/>
            <a:ext cx="65412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4" name="Rounded Rectangle 40"/>
          <p:cNvSpPr/>
          <p:nvPr/>
        </p:nvSpPr>
        <p:spPr>
          <a:xfrm>
            <a:off x="502920" y="6163200"/>
            <a:ext cx="11151360" cy="3798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5" name="TextBox 41"/>
          <p:cNvSpPr/>
          <p:nvPr/>
        </p:nvSpPr>
        <p:spPr>
          <a:xfrm>
            <a:off x="640080" y="6240240"/>
            <a:ext cx="1087704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6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6400" cy="32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9"/>
          <p:cNvSpPr/>
          <p:nvPr/>
        </p:nvSpPr>
        <p:spPr>
          <a:xfrm>
            <a:off x="7772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Rounded Rectangle 10"/>
          <p:cNvSpPr/>
          <p:nvPr/>
        </p:nvSpPr>
        <p:spPr>
          <a:xfrm>
            <a:off x="436788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4" name="Rounded Rectangle 11"/>
          <p:cNvSpPr/>
          <p:nvPr/>
        </p:nvSpPr>
        <p:spPr>
          <a:xfrm>
            <a:off x="7921440" y="594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5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6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291400" cy="47638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85640" cy="6696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8" name="TextBox 2"/>
          <p:cNvSpPr/>
          <p:nvPr/>
        </p:nvSpPr>
        <p:spPr>
          <a:xfrm>
            <a:off x="685800" y="255960"/>
            <a:ext cx="182268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685800" y="548640"/>
            <a:ext cx="1005228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1" name="TextBox 5"/>
          <p:cNvSpPr/>
          <p:nvPr/>
        </p:nvSpPr>
        <p:spPr>
          <a:xfrm>
            <a:off x="685800" y="1078920"/>
            <a:ext cx="1078380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Rectangle 7"/>
          <p:cNvSpPr/>
          <p:nvPr/>
        </p:nvSpPr>
        <p:spPr>
          <a:xfrm>
            <a:off x="713160" y="1800000"/>
            <a:ext cx="57960" cy="107424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3" name="TextBox 8"/>
          <p:cNvSpPr/>
          <p:nvPr/>
        </p:nvSpPr>
        <p:spPr>
          <a:xfrm>
            <a:off x="941760" y="190188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4" name="TextBox 9"/>
          <p:cNvSpPr/>
          <p:nvPr/>
        </p:nvSpPr>
        <p:spPr>
          <a:xfrm>
            <a:off x="941760" y="23407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Rectangle 11"/>
          <p:cNvSpPr/>
          <p:nvPr/>
        </p:nvSpPr>
        <p:spPr>
          <a:xfrm>
            <a:off x="713160" y="3182400"/>
            <a:ext cx="57960" cy="105732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6" name="TextBox 12"/>
          <p:cNvSpPr/>
          <p:nvPr/>
        </p:nvSpPr>
        <p:spPr>
          <a:xfrm>
            <a:off x="839880" y="324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7" name="TextBox 13"/>
          <p:cNvSpPr/>
          <p:nvPr/>
        </p:nvSpPr>
        <p:spPr>
          <a:xfrm>
            <a:off x="900000" y="3721320"/>
            <a:ext cx="383436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Rectangle 15"/>
          <p:cNvSpPr/>
          <p:nvPr/>
        </p:nvSpPr>
        <p:spPr>
          <a:xfrm>
            <a:off x="713160" y="4680000"/>
            <a:ext cx="57960" cy="125424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9" name="TextBox 16"/>
          <p:cNvSpPr/>
          <p:nvPr/>
        </p:nvSpPr>
        <p:spPr>
          <a:xfrm>
            <a:off x="900000" y="4860000"/>
            <a:ext cx="38343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0" name="TextBox 17"/>
          <p:cNvSpPr/>
          <p:nvPr/>
        </p:nvSpPr>
        <p:spPr>
          <a:xfrm>
            <a:off x="1019880" y="5190840"/>
            <a:ext cx="383436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1" name="TextBox 18"/>
          <p:cNvSpPr/>
          <p:nvPr/>
        </p:nvSpPr>
        <p:spPr>
          <a:xfrm>
            <a:off x="5440680" y="149976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2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3" name="Rectangle 20"/>
          <p:cNvSpPr/>
          <p:nvPr/>
        </p:nvSpPr>
        <p:spPr>
          <a:xfrm>
            <a:off x="5440680" y="176472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4" name="TextBox 21"/>
          <p:cNvSpPr/>
          <p:nvPr/>
        </p:nvSpPr>
        <p:spPr>
          <a:xfrm>
            <a:off x="5440680" y="3875040"/>
            <a:ext cx="291996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5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8920" cy="2055600"/>
          </a:xfrm>
          <a:prstGeom prst="rect">
            <a:avLst/>
          </a:prstGeom>
          <a:ln w="0">
            <a:noFill/>
          </a:ln>
        </p:spPr>
      </p:pic>
      <p:sp>
        <p:nvSpPr>
          <p:cNvPr id="226" name="Rectangle 23"/>
          <p:cNvSpPr/>
          <p:nvPr/>
        </p:nvSpPr>
        <p:spPr>
          <a:xfrm>
            <a:off x="5440680" y="4238640"/>
            <a:ext cx="6028920" cy="205560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7" name="Rectangle 24"/>
          <p:cNvSpPr/>
          <p:nvPr/>
        </p:nvSpPr>
        <p:spPr>
          <a:xfrm>
            <a:off x="621720" y="6437520"/>
            <a:ext cx="10966680" cy="288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TextBox 25"/>
          <p:cNvSpPr/>
          <p:nvPr/>
        </p:nvSpPr>
        <p:spPr>
          <a:xfrm>
            <a:off x="685800" y="6473880"/>
            <a:ext cx="849780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9" name="Rectangle 4"/>
          <p:cNvSpPr/>
          <p:nvPr/>
        </p:nvSpPr>
        <p:spPr>
          <a:xfrm>
            <a:off x="720000" y="18000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0" name="Rectangle 13"/>
          <p:cNvSpPr/>
          <p:nvPr/>
        </p:nvSpPr>
        <p:spPr>
          <a:xfrm>
            <a:off x="720000" y="3182400"/>
            <a:ext cx="3774240" cy="107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Rectangle 16"/>
          <p:cNvSpPr/>
          <p:nvPr/>
        </p:nvSpPr>
        <p:spPr>
          <a:xfrm>
            <a:off x="713160" y="4680000"/>
            <a:ext cx="3774240" cy="1254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3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6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9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1" name="" descr=""/>
          <p:cNvPicPr/>
          <p:nvPr/>
        </p:nvPicPr>
        <p:blipFill>
          <a:blip r:embed="rId1"/>
          <a:stretch/>
        </p:blipFill>
        <p:spPr>
          <a:xfrm>
            <a:off x="762480" y="1707480"/>
            <a:ext cx="10757520" cy="34430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3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5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TextBox 5"/>
          <p:cNvSpPr/>
          <p:nvPr/>
        </p:nvSpPr>
        <p:spPr>
          <a:xfrm>
            <a:off x="2803680" y="822960"/>
            <a:ext cx="6091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7" name="Picture 7" descr="service.png"/>
          <p:cNvPicPr/>
          <p:nvPr/>
        </p:nvPicPr>
        <p:blipFill>
          <a:blip r:embed="rId1"/>
          <a:stretch/>
        </p:blipFill>
        <p:spPr>
          <a:xfrm>
            <a:off x="502920" y="2175480"/>
            <a:ext cx="11193480" cy="2508120"/>
          </a:xfrm>
          <a:prstGeom prst="rect">
            <a:avLst/>
          </a:prstGeom>
          <a:ln w="0">
            <a:noFill/>
          </a:ln>
        </p:spPr>
      </p:pic>
      <p:sp>
        <p:nvSpPr>
          <p:cNvPr id="248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9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0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1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3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5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6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7" name="Picture 7" descr="action.png"/>
          <p:cNvPicPr/>
          <p:nvPr/>
        </p:nvPicPr>
        <p:blipFill>
          <a:blip r:embed="rId1"/>
          <a:stretch/>
        </p:blipFill>
        <p:spPr>
          <a:xfrm>
            <a:off x="502920" y="1355040"/>
            <a:ext cx="11193480" cy="4149000"/>
          </a:xfrm>
          <a:prstGeom prst="rect">
            <a:avLst/>
          </a:prstGeom>
          <a:ln w="0">
            <a:noFill/>
          </a:ln>
        </p:spPr>
      </p:pic>
      <p:sp>
        <p:nvSpPr>
          <p:cNvPr id="258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9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0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1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Rectangle 1"/>
          <p:cNvSpPr/>
          <p:nvPr/>
        </p:nvSpPr>
        <p:spPr>
          <a:xfrm>
            <a:off x="0" y="0"/>
            <a:ext cx="12185280" cy="5724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3" name="TextBox 2"/>
          <p:cNvSpPr/>
          <p:nvPr/>
        </p:nvSpPr>
        <p:spPr>
          <a:xfrm>
            <a:off x="685800" y="311040"/>
            <a:ext cx="118188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3"/>
          <p:cNvSpPr/>
          <p:nvPr/>
        </p:nvSpPr>
        <p:spPr>
          <a:xfrm>
            <a:off x="11251800" y="340920"/>
            <a:ext cx="126000" cy="12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TextBox 4"/>
          <p:cNvSpPr/>
          <p:nvPr/>
        </p:nvSpPr>
        <p:spPr>
          <a:xfrm>
            <a:off x="685800" y="594360"/>
            <a:ext cx="1060020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TextBox 5"/>
          <p:cNvSpPr/>
          <p:nvPr/>
        </p:nvSpPr>
        <p:spPr>
          <a:xfrm>
            <a:off x="685800" y="1051560"/>
            <a:ext cx="1069164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7"/>
          <p:cNvSpPr/>
          <p:nvPr/>
        </p:nvSpPr>
        <p:spPr>
          <a:xfrm>
            <a:off x="685800" y="2880360"/>
            <a:ext cx="2142000" cy="28584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8"/>
          <p:cNvSpPr/>
          <p:nvPr/>
        </p:nvSpPr>
        <p:spPr>
          <a:xfrm>
            <a:off x="328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ounded Rectangle 9"/>
          <p:cNvSpPr/>
          <p:nvPr/>
        </p:nvSpPr>
        <p:spPr>
          <a:xfrm>
            <a:off x="7362000" y="2880000"/>
            <a:ext cx="147456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0" name="Rounded Rectangle 13"/>
          <p:cNvSpPr/>
          <p:nvPr/>
        </p:nvSpPr>
        <p:spPr>
          <a:xfrm>
            <a:off x="9280080" y="3514320"/>
            <a:ext cx="2233440" cy="259920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1" name="Rectangle 14"/>
          <p:cNvSpPr/>
          <p:nvPr/>
        </p:nvSpPr>
        <p:spPr>
          <a:xfrm>
            <a:off x="540000" y="6660000"/>
            <a:ext cx="11057400" cy="216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2" name="TextBox 15"/>
          <p:cNvSpPr/>
          <p:nvPr/>
        </p:nvSpPr>
        <p:spPr>
          <a:xfrm>
            <a:off x="685800" y="6473880"/>
            <a:ext cx="8679960" cy="10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5440" cy="3053880"/>
          </a:xfrm>
          <a:prstGeom prst="rect">
            <a:avLst/>
          </a:prstGeom>
          <a:ln w="0">
            <a:noFill/>
          </a:ln>
        </p:spPr>
      </p:pic>
      <p:sp>
        <p:nvSpPr>
          <p:cNvPr id="274" name="Rounded Rectangle 1"/>
          <p:cNvSpPr/>
          <p:nvPr/>
        </p:nvSpPr>
        <p:spPr>
          <a:xfrm>
            <a:off x="5266080" y="2880000"/>
            <a:ext cx="1410480" cy="28584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5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3520" cy="3047400"/>
          </a:xfrm>
          <a:prstGeom prst="rect">
            <a:avLst/>
          </a:prstGeom>
          <a:ln w="0">
            <a:noFill/>
          </a:ln>
        </p:spPr>
      </p:pic>
      <p:pic>
        <p:nvPicPr>
          <p:cNvPr id="276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1200" cy="3047400"/>
          </a:xfrm>
          <a:prstGeom prst="rect">
            <a:avLst/>
          </a:prstGeom>
          <a:ln w="0">
            <a:noFill/>
          </a:ln>
        </p:spPr>
      </p:pic>
      <p:sp>
        <p:nvSpPr>
          <p:cNvPr id="277" name="Rounded Rectangle 2"/>
          <p:cNvSpPr/>
          <p:nvPr/>
        </p:nvSpPr>
        <p:spPr>
          <a:xfrm>
            <a:off x="720000" y="3420000"/>
            <a:ext cx="2130480" cy="287352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8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8920" cy="1215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80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6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7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8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2080" cy="4512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2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6667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4" name=""/>
          <p:cNvSpPr/>
          <p:nvPr/>
        </p:nvSpPr>
        <p:spPr>
          <a:xfrm>
            <a:off x="933480" y="2019240"/>
            <a:ext cx="332568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95256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6" name=""/>
          <p:cNvSpPr/>
          <p:nvPr/>
        </p:nvSpPr>
        <p:spPr>
          <a:xfrm>
            <a:off x="100980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477120" y="1752480"/>
            <a:ext cx="50403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6743880" y="2019240"/>
            <a:ext cx="2658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6762600" y="2495520"/>
            <a:ext cx="418320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6819840" y="3048120"/>
            <a:ext cx="4087800" cy="159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1" name=""/>
          <p:cNvSpPr/>
          <p:nvPr/>
        </p:nvSpPr>
        <p:spPr>
          <a:xfrm>
            <a:off x="4476600" y="5619600"/>
            <a:ext cx="142092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477120" y="5619600"/>
            <a:ext cx="17067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5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6" name="Rectangle 5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5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6" name="Rectangle 6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7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8560" cy="4302000"/>
          </a:xfrm>
          <a:prstGeom prst="rect">
            <a:avLst/>
          </a:prstGeom>
          <a:ln w="0">
            <a:noFill/>
          </a:ln>
        </p:spPr>
      </p:pic>
      <p:pic>
        <p:nvPicPr>
          <p:cNvPr id="318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3680" cy="431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20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2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3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4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3480" cy="4176360"/>
          </a:xfrm>
          <a:prstGeom prst="rect">
            <a:avLst/>
          </a:prstGeom>
          <a:ln w="0">
            <a:noFill/>
          </a:ln>
        </p:spPr>
      </p:pic>
      <p:sp>
        <p:nvSpPr>
          <p:cNvPr id="325" name="Rounded Rectangle 9"/>
          <p:cNvSpPr/>
          <p:nvPr/>
        </p:nvSpPr>
        <p:spPr>
          <a:xfrm>
            <a:off x="77724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Rounded Rectangle 10"/>
          <p:cNvSpPr/>
          <p:nvPr/>
        </p:nvSpPr>
        <p:spPr>
          <a:xfrm>
            <a:off x="436788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ounded Rectangle 11"/>
          <p:cNvSpPr/>
          <p:nvPr/>
        </p:nvSpPr>
        <p:spPr>
          <a:xfrm>
            <a:off x="7958160" y="587952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8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Rectangle 7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"/>
          <p:cNvSpPr/>
          <p:nvPr/>
        </p:nvSpPr>
        <p:spPr>
          <a:xfrm>
            <a:off x="609480" y="266760"/>
            <a:ext cx="2087640" cy="22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609480" y="552600"/>
            <a:ext cx="10279080" cy="44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09480" y="1047600"/>
            <a:ext cx="10469520" cy="3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3" name=""/>
          <p:cNvSpPr/>
          <p:nvPr/>
        </p:nvSpPr>
        <p:spPr>
          <a:xfrm>
            <a:off x="11064240" y="292680"/>
            <a:ext cx="4986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647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5" name=""/>
          <p:cNvSpPr/>
          <p:nvPr/>
        </p:nvSpPr>
        <p:spPr>
          <a:xfrm>
            <a:off x="914400" y="2000160"/>
            <a:ext cx="151596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26100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26100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2958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2958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3981600"/>
            <a:ext cx="12304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1" name=""/>
          <p:cNvSpPr/>
          <p:nvPr/>
        </p:nvSpPr>
        <p:spPr>
          <a:xfrm>
            <a:off x="2266920" y="3981600"/>
            <a:ext cx="30402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952560" y="4762440"/>
            <a:ext cx="1420920" cy="31608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3" name=""/>
          <p:cNvSpPr/>
          <p:nvPr/>
        </p:nvSpPr>
        <p:spPr>
          <a:xfrm>
            <a:off x="1028880" y="4791240"/>
            <a:ext cx="126828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4" name=""/>
          <p:cNvSpPr/>
          <p:nvPr/>
        </p:nvSpPr>
        <p:spPr>
          <a:xfrm>
            <a:off x="2571840" y="4762440"/>
            <a:ext cx="284976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6362640" y="1752480"/>
            <a:ext cx="5173560" cy="351648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629400" y="2000160"/>
            <a:ext cx="3450600" cy="27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 / SUBSCRIBE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7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8" name=""/>
          <p:cNvSpPr/>
          <p:nvPr/>
        </p:nvSpPr>
        <p:spPr>
          <a:xfrm>
            <a:off x="67248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681984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0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1" name=""/>
          <p:cNvSpPr/>
          <p:nvPr/>
        </p:nvSpPr>
        <p:spPr>
          <a:xfrm>
            <a:off x="78868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798192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3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4" name=""/>
          <p:cNvSpPr/>
          <p:nvPr/>
        </p:nvSpPr>
        <p:spPr>
          <a:xfrm>
            <a:off x="904860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914400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10210680" y="2762280"/>
            <a:ext cx="944640" cy="71604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7" name=""/>
          <p:cNvSpPr/>
          <p:nvPr/>
        </p:nvSpPr>
        <p:spPr>
          <a:xfrm>
            <a:off x="10306080" y="2857680"/>
            <a:ext cx="75420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781680" y="4095720"/>
            <a:ext cx="4278240" cy="52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9" name=""/>
          <p:cNvSpPr/>
          <p:nvPr/>
        </p:nvSpPr>
        <p:spPr>
          <a:xfrm>
            <a:off x="1295280" y="5619600"/>
            <a:ext cx="9593280" cy="31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61" name=""/>
          <p:cNvSpPr/>
          <p:nvPr/>
        </p:nvSpPr>
        <p:spPr>
          <a:xfrm>
            <a:off x="609480" y="6534000"/>
            <a:ext cx="10964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2" name="Rectangle 8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4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9"/>
          <p:cNvSpPr/>
          <p:nvPr/>
        </p:nvSpPr>
        <p:spPr>
          <a:xfrm>
            <a:off x="77724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Rounded Rectangle 10"/>
          <p:cNvSpPr/>
          <p:nvPr/>
        </p:nvSpPr>
        <p:spPr>
          <a:xfrm>
            <a:off x="436788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ounded Rectangle 11"/>
          <p:cNvSpPr/>
          <p:nvPr/>
        </p:nvSpPr>
        <p:spPr>
          <a:xfrm>
            <a:off x="7958160" y="6120000"/>
            <a:ext cx="3418200" cy="28476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1" name="TextBox 12"/>
          <p:cNvSpPr/>
          <p:nvPr/>
        </p:nvSpPr>
        <p:spPr>
          <a:xfrm>
            <a:off x="457200" y="6565320"/>
            <a:ext cx="1123920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2" name="Rectangle 9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3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6680" cy="485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패키지 의존성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7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타입 정의뿐 아니라 원본 패키지 구조와 의존성까지 있어야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build · import ·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통신이 가능했습니다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Rounded Rectangle 5"/>
          <p:cNvSpPr/>
          <p:nvPr/>
        </p:nvSpPr>
        <p:spPr>
          <a:xfrm>
            <a:off x="502920" y="1463040"/>
            <a:ext cx="2918880" cy="907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9" name="TextBox 6"/>
          <p:cNvSpPr/>
          <p:nvPr/>
        </p:nvSpPr>
        <p:spPr>
          <a:xfrm>
            <a:off x="631080" y="15544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0" name="TextBox 7"/>
          <p:cNvSpPr/>
          <p:nvPr/>
        </p:nvSpPr>
        <p:spPr>
          <a:xfrm>
            <a:off x="631080" y="1847160"/>
            <a:ext cx="26629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받았지만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대시보드 환경에는 해당 패키지가 없어 정확한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타입을 불러올 수 없었습니다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Rounded Rectangle 8"/>
          <p:cNvSpPr/>
          <p:nvPr/>
        </p:nvSpPr>
        <p:spPr>
          <a:xfrm>
            <a:off x="502920" y="2514600"/>
            <a:ext cx="2918880" cy="11358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2" name="TextBox 9"/>
          <p:cNvSpPr/>
          <p:nvPr/>
        </p:nvSpPr>
        <p:spPr>
          <a:xfrm>
            <a:off x="631080" y="260604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3" name="TextBox 10"/>
          <p:cNvSpPr/>
          <p:nvPr/>
        </p:nvSpPr>
        <p:spPr>
          <a:xfrm>
            <a:off x="631080" y="289872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 정의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타입 이름만으로 사용할 수 없습니다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 msg/srv/action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정의와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빌드 설정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패키지명이 함께 필요했습니다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Rounded Rectangle 11"/>
          <p:cNvSpPr/>
          <p:nvPr/>
        </p:nvSpPr>
        <p:spPr>
          <a:xfrm>
            <a:off x="502920" y="3794760"/>
            <a:ext cx="2918880" cy="10584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5" name="TextBox 12"/>
          <p:cNvSpPr/>
          <p:nvPr/>
        </p:nvSpPr>
        <p:spPr>
          <a:xfrm>
            <a:off x="631080" y="388620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6" name="TextBox 13"/>
          <p:cNvSpPr/>
          <p:nvPr/>
        </p:nvSpPr>
        <p:spPr>
          <a:xfrm>
            <a:off x="631080" y="4178880"/>
            <a:ext cx="2662920" cy="68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장비별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ZIP/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폴더 단위로 업로드하고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build/apply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import-check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거쳐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Backend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가 실제 타입을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하도록 구성했습니다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Rounded Rectangle 14"/>
          <p:cNvSpPr/>
          <p:nvPr/>
        </p:nvSpPr>
        <p:spPr>
          <a:xfrm>
            <a:off x="494280" y="5040000"/>
            <a:ext cx="2918880" cy="858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8" name="TextBox 15"/>
          <p:cNvSpPr/>
          <p:nvPr/>
        </p:nvSpPr>
        <p:spPr>
          <a:xfrm>
            <a:off x="631080" y="5114880"/>
            <a:ext cx="26629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TextBox 16"/>
          <p:cNvSpPr/>
          <p:nvPr/>
        </p:nvSpPr>
        <p:spPr>
          <a:xfrm>
            <a:off x="631080" y="5321880"/>
            <a:ext cx="26629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Service·Action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타입 인식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Feedback/Result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해석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장비별 패키지 확장이 가능해졌습니다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0" name="TextBox 18"/>
          <p:cNvSpPr/>
          <p:nvPr/>
        </p:nvSpPr>
        <p:spPr>
          <a:xfrm>
            <a:off x="3794760" y="4316040"/>
            <a:ext cx="73537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19"/>
          <p:cNvSpPr/>
          <p:nvPr/>
        </p:nvSpPr>
        <p:spPr>
          <a:xfrm>
            <a:off x="3931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0"/>
          <p:cNvSpPr/>
          <p:nvPr/>
        </p:nvSpPr>
        <p:spPr>
          <a:xfrm>
            <a:off x="3977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1"/>
          <p:cNvSpPr/>
          <p:nvPr/>
        </p:nvSpPr>
        <p:spPr>
          <a:xfrm>
            <a:off x="5074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2"/>
          <p:cNvSpPr/>
          <p:nvPr/>
        </p:nvSpPr>
        <p:spPr>
          <a:xfrm>
            <a:off x="5120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3"/>
          <p:cNvSpPr/>
          <p:nvPr/>
        </p:nvSpPr>
        <p:spPr>
          <a:xfrm>
            <a:off x="6217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4"/>
          <p:cNvSpPr/>
          <p:nvPr/>
        </p:nvSpPr>
        <p:spPr>
          <a:xfrm>
            <a:off x="6263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5"/>
          <p:cNvSpPr/>
          <p:nvPr/>
        </p:nvSpPr>
        <p:spPr>
          <a:xfrm>
            <a:off x="7360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6"/>
          <p:cNvSpPr/>
          <p:nvPr/>
        </p:nvSpPr>
        <p:spPr>
          <a:xfrm>
            <a:off x="7406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9" name="Rounded Rectangle 27"/>
          <p:cNvSpPr/>
          <p:nvPr/>
        </p:nvSpPr>
        <p:spPr>
          <a:xfrm>
            <a:off x="8503920" y="4864680"/>
            <a:ext cx="815760" cy="5230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00" name="TextBox 28"/>
          <p:cNvSpPr/>
          <p:nvPr/>
        </p:nvSpPr>
        <p:spPr>
          <a:xfrm>
            <a:off x="8549640" y="4984920"/>
            <a:ext cx="72432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01" name="Connector 29"/>
          <p:cNvCxnSpPr/>
          <p:nvPr/>
        </p:nvCxnSpPr>
        <p:spPr>
          <a:xfrm>
            <a:off x="4772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0"/>
          <p:cNvCxnSpPr/>
          <p:nvPr/>
        </p:nvCxnSpPr>
        <p:spPr>
          <a:xfrm>
            <a:off x="5915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3" name="Connector 31"/>
          <p:cNvCxnSpPr/>
          <p:nvPr/>
        </p:nvCxnSpPr>
        <p:spPr>
          <a:xfrm>
            <a:off x="7058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4" name="Connector 32"/>
          <p:cNvCxnSpPr/>
          <p:nvPr/>
        </p:nvCxnSpPr>
        <p:spPr>
          <a:xfrm>
            <a:off x="8201880" y="5129640"/>
            <a:ext cx="263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5" name="TextBox 33"/>
          <p:cNvSpPr/>
          <p:nvPr/>
        </p:nvSpPr>
        <p:spPr>
          <a:xfrm>
            <a:off x="3794760" y="5632560"/>
            <a:ext cx="730800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6" name="Rectangle 10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7" name="" descr=""/>
          <p:cNvPicPr/>
          <p:nvPr/>
        </p:nvPicPr>
        <p:blipFill>
          <a:blip r:embed="rId1"/>
          <a:stretch/>
        </p:blipFill>
        <p:spPr>
          <a:xfrm>
            <a:off x="3600000" y="1440000"/>
            <a:ext cx="5579280" cy="280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TextBox 1"/>
          <p:cNvSpPr/>
          <p:nvPr/>
        </p:nvSpPr>
        <p:spPr>
          <a:xfrm>
            <a:off x="502920" y="255960"/>
            <a:ext cx="200448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TextBox 3"/>
          <p:cNvSpPr/>
          <p:nvPr/>
        </p:nvSpPr>
        <p:spPr>
          <a:xfrm>
            <a:off x="502920" y="567000"/>
            <a:ext cx="9868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1" name="TextBox 4"/>
          <p:cNvSpPr/>
          <p:nvPr/>
        </p:nvSpPr>
        <p:spPr>
          <a:xfrm>
            <a:off x="502920" y="1005840"/>
            <a:ext cx="102340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Rounded Rectangle 5"/>
          <p:cNvSpPr/>
          <p:nvPr/>
        </p:nvSpPr>
        <p:spPr>
          <a:xfrm>
            <a:off x="502920" y="1417320"/>
            <a:ext cx="3056040" cy="104472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3" name="TextBox 6"/>
          <p:cNvSpPr/>
          <p:nvPr/>
        </p:nvSpPr>
        <p:spPr>
          <a:xfrm>
            <a:off x="631080" y="150876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4" name="TextBox 7"/>
          <p:cNvSpPr/>
          <p:nvPr/>
        </p:nvSpPr>
        <p:spPr>
          <a:xfrm>
            <a:off x="631080" y="180144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Rounded Rectangle 8"/>
          <p:cNvSpPr/>
          <p:nvPr/>
        </p:nvSpPr>
        <p:spPr>
          <a:xfrm>
            <a:off x="502920" y="2548800"/>
            <a:ext cx="3056040" cy="1044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6" name="TextBox 9"/>
          <p:cNvSpPr/>
          <p:nvPr/>
        </p:nvSpPr>
        <p:spPr>
          <a:xfrm>
            <a:off x="631080" y="256032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7" name="TextBox 10"/>
          <p:cNvSpPr/>
          <p:nvPr/>
        </p:nvSpPr>
        <p:spPr>
          <a:xfrm>
            <a:off x="631080" y="2853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Rounded Rectangle 11"/>
          <p:cNvSpPr/>
          <p:nvPr/>
        </p:nvSpPr>
        <p:spPr>
          <a:xfrm>
            <a:off x="502920" y="3657600"/>
            <a:ext cx="3056040" cy="10155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9" name="TextBox 12"/>
          <p:cNvSpPr/>
          <p:nvPr/>
        </p:nvSpPr>
        <p:spPr>
          <a:xfrm>
            <a:off x="631080" y="374904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0" name="TextBox 13"/>
          <p:cNvSpPr/>
          <p:nvPr/>
        </p:nvSpPr>
        <p:spPr>
          <a:xfrm>
            <a:off x="631080" y="404172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Rounded Rectangle 14"/>
          <p:cNvSpPr/>
          <p:nvPr/>
        </p:nvSpPr>
        <p:spPr>
          <a:xfrm>
            <a:off x="502920" y="4813560"/>
            <a:ext cx="3056040" cy="9396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2" name="TextBox 15"/>
          <p:cNvSpPr/>
          <p:nvPr/>
        </p:nvSpPr>
        <p:spPr>
          <a:xfrm>
            <a:off x="613080" y="4860000"/>
            <a:ext cx="280008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TextBox 16"/>
          <p:cNvSpPr/>
          <p:nvPr/>
        </p:nvSpPr>
        <p:spPr>
          <a:xfrm>
            <a:off x="631080" y="5067000"/>
            <a:ext cx="2800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4" name="TextBox 17"/>
          <p:cNvSpPr/>
          <p:nvPr/>
        </p:nvSpPr>
        <p:spPr>
          <a:xfrm>
            <a:off x="388620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18"/>
          <p:cNvSpPr/>
          <p:nvPr/>
        </p:nvSpPr>
        <p:spPr>
          <a:xfrm>
            <a:off x="38862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19"/>
          <p:cNvSpPr/>
          <p:nvPr/>
        </p:nvSpPr>
        <p:spPr>
          <a:xfrm>
            <a:off x="39319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0"/>
          <p:cNvSpPr/>
          <p:nvPr/>
        </p:nvSpPr>
        <p:spPr>
          <a:xfrm>
            <a:off x="38862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1"/>
          <p:cNvSpPr/>
          <p:nvPr/>
        </p:nvSpPr>
        <p:spPr>
          <a:xfrm>
            <a:off x="39319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9" name="Rounded Rectangle 22"/>
          <p:cNvSpPr/>
          <p:nvPr/>
        </p:nvSpPr>
        <p:spPr>
          <a:xfrm>
            <a:off x="3886200" y="327348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0" name="TextBox 23"/>
          <p:cNvSpPr/>
          <p:nvPr/>
        </p:nvSpPr>
        <p:spPr>
          <a:xfrm>
            <a:off x="3931920" y="345780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31" name="Connector 24"/>
          <p:cNvCxnSpPr/>
          <p:nvPr/>
        </p:nvCxnSpPr>
        <p:spPr>
          <a:xfrm>
            <a:off x="4919400" y="2139480"/>
            <a:ext cx="7200" cy="1717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2" name="Connector 25"/>
          <p:cNvCxnSpPr/>
          <p:nvPr/>
        </p:nvCxnSpPr>
        <p:spPr>
          <a:xfrm>
            <a:off x="4919400" y="3008160"/>
            <a:ext cx="7200" cy="24516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3" name="TextBox 26"/>
          <p:cNvSpPr/>
          <p:nvPr/>
        </p:nvSpPr>
        <p:spPr>
          <a:xfrm>
            <a:off x="4507920" y="4041720"/>
            <a:ext cx="127296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4" name="TextBox 27"/>
          <p:cNvSpPr/>
          <p:nvPr/>
        </p:nvSpPr>
        <p:spPr>
          <a:xfrm>
            <a:off x="6766560" y="1408320"/>
            <a:ext cx="11815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28"/>
          <p:cNvSpPr/>
          <p:nvPr/>
        </p:nvSpPr>
        <p:spPr>
          <a:xfrm>
            <a:off x="676656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29"/>
          <p:cNvSpPr/>
          <p:nvPr/>
        </p:nvSpPr>
        <p:spPr>
          <a:xfrm>
            <a:off x="681228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0"/>
          <p:cNvSpPr/>
          <p:nvPr/>
        </p:nvSpPr>
        <p:spPr>
          <a:xfrm>
            <a:off x="676656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1"/>
          <p:cNvSpPr/>
          <p:nvPr/>
        </p:nvSpPr>
        <p:spPr>
          <a:xfrm>
            <a:off x="681228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2"/>
          <p:cNvSpPr/>
          <p:nvPr/>
        </p:nvSpPr>
        <p:spPr>
          <a:xfrm>
            <a:off x="9144000" y="1719000"/>
            <a:ext cx="2050200" cy="3952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3"/>
          <p:cNvSpPr/>
          <p:nvPr/>
        </p:nvSpPr>
        <p:spPr>
          <a:xfrm>
            <a:off x="9189720" y="1847520"/>
            <a:ext cx="195876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1" name="Rounded Rectangle 34"/>
          <p:cNvSpPr/>
          <p:nvPr/>
        </p:nvSpPr>
        <p:spPr>
          <a:xfrm>
            <a:off x="9144000" y="2331720"/>
            <a:ext cx="2050200" cy="65124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2" name="TextBox 35"/>
          <p:cNvSpPr/>
          <p:nvPr/>
        </p:nvSpPr>
        <p:spPr>
          <a:xfrm>
            <a:off x="9189720" y="2516040"/>
            <a:ext cx="19587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3" name="Connector 36"/>
          <p:cNvCxnSpPr/>
          <p:nvPr/>
        </p:nvCxnSpPr>
        <p:spPr>
          <a:xfrm>
            <a:off x="8869680" y="2679120"/>
            <a:ext cx="281520" cy="720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4" name="TextBox 37"/>
          <p:cNvSpPr/>
          <p:nvPr/>
        </p:nvSpPr>
        <p:spPr>
          <a:xfrm>
            <a:off x="8092440" y="3154680"/>
            <a:ext cx="177588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5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7480" cy="1550160"/>
          </a:xfrm>
          <a:prstGeom prst="rect">
            <a:avLst/>
          </a:prstGeom>
          <a:ln w="0">
            <a:noFill/>
          </a:ln>
        </p:spPr>
      </p:pic>
      <p:pic>
        <p:nvPicPr>
          <p:cNvPr id="446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6000" cy="1959120"/>
          </a:xfrm>
          <a:prstGeom prst="rect">
            <a:avLst/>
          </a:prstGeom>
          <a:ln w="0">
            <a:noFill/>
          </a:ln>
        </p:spPr>
      </p:pic>
      <p:sp>
        <p:nvSpPr>
          <p:cNvPr id="447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Rectangle 11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TextBox 1"/>
          <p:cNvSpPr/>
          <p:nvPr/>
        </p:nvSpPr>
        <p:spPr>
          <a:xfrm>
            <a:off x="502920" y="292680"/>
            <a:ext cx="18255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0" name="TextBox 2"/>
          <p:cNvSpPr/>
          <p:nvPr/>
        </p:nvSpPr>
        <p:spPr>
          <a:xfrm>
            <a:off x="10972800" y="292680"/>
            <a:ext cx="4539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Rectangle 3"/>
          <p:cNvSpPr/>
          <p:nvPr/>
        </p:nvSpPr>
        <p:spPr>
          <a:xfrm>
            <a:off x="502920" y="631080"/>
            <a:ext cx="618480" cy="2880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2" name="TextBox 4"/>
          <p:cNvSpPr/>
          <p:nvPr/>
        </p:nvSpPr>
        <p:spPr>
          <a:xfrm>
            <a:off x="502920" y="749880"/>
            <a:ext cx="49345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3" name="TextBox 5"/>
          <p:cNvSpPr/>
          <p:nvPr/>
        </p:nvSpPr>
        <p:spPr>
          <a:xfrm>
            <a:off x="502920" y="1170360"/>
            <a:ext cx="767772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4" name="Right Triangle 13"/>
          <p:cNvSpPr/>
          <p:nvPr/>
        </p:nvSpPr>
        <p:spPr>
          <a:xfrm>
            <a:off x="3675960" y="3246120"/>
            <a:ext cx="316800" cy="45396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4"/>
          <p:cNvSpPr/>
          <p:nvPr/>
        </p:nvSpPr>
        <p:spPr>
          <a:xfrm>
            <a:off x="987480" y="5230440"/>
            <a:ext cx="5666040" cy="16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6" name="Rounded Rectangle 15"/>
          <p:cNvSpPr/>
          <p:nvPr/>
        </p:nvSpPr>
        <p:spPr>
          <a:xfrm>
            <a:off x="7296840" y="1691640"/>
            <a:ext cx="4312800" cy="388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7" name="TextBox 16"/>
          <p:cNvSpPr/>
          <p:nvPr/>
        </p:nvSpPr>
        <p:spPr>
          <a:xfrm>
            <a:off x="7589520" y="1938600"/>
            <a:ext cx="347148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8" name="TextBox 17"/>
          <p:cNvSpPr/>
          <p:nvPr/>
        </p:nvSpPr>
        <p:spPr>
          <a:xfrm>
            <a:off x="7589520" y="2221920"/>
            <a:ext cx="360864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Rounded Rectangle 18"/>
          <p:cNvSpPr/>
          <p:nvPr/>
        </p:nvSpPr>
        <p:spPr>
          <a:xfrm>
            <a:off x="7571160" y="267012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0" name="TextBox 19"/>
          <p:cNvSpPr/>
          <p:nvPr/>
        </p:nvSpPr>
        <p:spPr>
          <a:xfrm>
            <a:off x="7571160" y="278784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TextBox 20"/>
          <p:cNvSpPr/>
          <p:nvPr/>
        </p:nvSpPr>
        <p:spPr>
          <a:xfrm>
            <a:off x="8119800" y="266076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2" name="TextBox 21"/>
          <p:cNvSpPr/>
          <p:nvPr/>
        </p:nvSpPr>
        <p:spPr>
          <a:xfrm>
            <a:off x="8119800" y="289872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Rounded Rectangle 22"/>
          <p:cNvSpPr/>
          <p:nvPr/>
        </p:nvSpPr>
        <p:spPr>
          <a:xfrm>
            <a:off x="7571160" y="344736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4" name="TextBox 23"/>
          <p:cNvSpPr/>
          <p:nvPr/>
        </p:nvSpPr>
        <p:spPr>
          <a:xfrm>
            <a:off x="7571160" y="356508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TextBox 24"/>
          <p:cNvSpPr/>
          <p:nvPr/>
        </p:nvSpPr>
        <p:spPr>
          <a:xfrm>
            <a:off x="8119800" y="343800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6" name="TextBox 25"/>
          <p:cNvSpPr/>
          <p:nvPr/>
        </p:nvSpPr>
        <p:spPr>
          <a:xfrm>
            <a:off x="8119800" y="3675960"/>
            <a:ext cx="28314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Rounded Rectangle 26"/>
          <p:cNvSpPr/>
          <p:nvPr/>
        </p:nvSpPr>
        <p:spPr>
          <a:xfrm>
            <a:off x="7571160" y="4224600"/>
            <a:ext cx="417240" cy="41724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8" name="TextBox 27"/>
          <p:cNvSpPr/>
          <p:nvPr/>
        </p:nvSpPr>
        <p:spPr>
          <a:xfrm>
            <a:off x="7571160" y="4342320"/>
            <a:ext cx="41724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TextBox 28"/>
          <p:cNvSpPr/>
          <p:nvPr/>
        </p:nvSpPr>
        <p:spPr>
          <a:xfrm>
            <a:off x="8119800" y="4215240"/>
            <a:ext cx="81972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0" name="TextBox 29"/>
          <p:cNvSpPr/>
          <p:nvPr/>
        </p:nvSpPr>
        <p:spPr>
          <a:xfrm>
            <a:off x="8119800" y="4453200"/>
            <a:ext cx="283140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1" name="Rounded Rectangle 30"/>
          <p:cNvSpPr/>
          <p:nvPr/>
        </p:nvSpPr>
        <p:spPr>
          <a:xfrm>
            <a:off x="594360" y="5742360"/>
            <a:ext cx="11015280" cy="47232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2" name="TextBox 31"/>
          <p:cNvSpPr/>
          <p:nvPr/>
        </p:nvSpPr>
        <p:spPr>
          <a:xfrm>
            <a:off x="822960" y="5857200"/>
            <a:ext cx="105123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3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7480" cy="3542040"/>
          </a:xfrm>
          <a:prstGeom prst="rect">
            <a:avLst/>
          </a:prstGeom>
          <a:ln w="0">
            <a:noFill/>
          </a:ln>
        </p:spPr>
      </p:pic>
      <p:sp>
        <p:nvSpPr>
          <p:cNvPr id="474" name="Rectangle 12"/>
          <p:cNvSpPr/>
          <p:nvPr/>
        </p:nvSpPr>
        <p:spPr>
          <a:xfrm>
            <a:off x="0" y="0"/>
            <a:ext cx="12184200" cy="6516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0" y="0"/>
            <a:ext cx="12187440" cy="5940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6" name="TextBox 2"/>
          <p:cNvSpPr/>
          <p:nvPr/>
        </p:nvSpPr>
        <p:spPr>
          <a:xfrm>
            <a:off x="640080" y="298080"/>
            <a:ext cx="1824120" cy="11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3"/>
          <p:cNvSpPr/>
          <p:nvPr/>
        </p:nvSpPr>
        <p:spPr>
          <a:xfrm>
            <a:off x="11163960" y="280440"/>
            <a:ext cx="16416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TextBox 4"/>
          <p:cNvSpPr/>
          <p:nvPr/>
        </p:nvSpPr>
        <p:spPr>
          <a:xfrm>
            <a:off x="3154680" y="518400"/>
            <a:ext cx="603036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 </a:t>
            </a: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9" name="TextBox 5"/>
          <p:cNvSpPr/>
          <p:nvPr/>
        </p:nvSpPr>
        <p:spPr>
          <a:xfrm>
            <a:off x="1828800" y="1043280"/>
            <a:ext cx="859068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0" name="Rounded Rectangle 6"/>
          <p:cNvSpPr/>
          <p:nvPr/>
        </p:nvSpPr>
        <p:spPr>
          <a:xfrm>
            <a:off x="77724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1" name="Rectangle 7"/>
          <p:cNvSpPr/>
          <p:nvPr/>
        </p:nvSpPr>
        <p:spPr>
          <a:xfrm>
            <a:off x="777240" y="1417320"/>
            <a:ext cx="59400" cy="134856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2" name="TextBox 8"/>
          <p:cNvSpPr/>
          <p:nvPr/>
        </p:nvSpPr>
        <p:spPr>
          <a:xfrm>
            <a:off x="100584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3" name="TextBox 9"/>
          <p:cNvSpPr/>
          <p:nvPr/>
        </p:nvSpPr>
        <p:spPr>
          <a:xfrm>
            <a:off x="100584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4" name="Rounded Rectangle 10"/>
          <p:cNvSpPr/>
          <p:nvPr/>
        </p:nvSpPr>
        <p:spPr>
          <a:xfrm>
            <a:off x="5989320" y="14173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5" name="Rectangle 11"/>
          <p:cNvSpPr/>
          <p:nvPr/>
        </p:nvSpPr>
        <p:spPr>
          <a:xfrm>
            <a:off x="5989320" y="1417320"/>
            <a:ext cx="59400" cy="134856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6" name="TextBox 12"/>
          <p:cNvSpPr/>
          <p:nvPr/>
        </p:nvSpPr>
        <p:spPr>
          <a:xfrm>
            <a:off x="6217920" y="16171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7" name="TextBox 13"/>
          <p:cNvSpPr/>
          <p:nvPr/>
        </p:nvSpPr>
        <p:spPr>
          <a:xfrm>
            <a:off x="6217920" y="19202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8" name="Rounded Rectangle 14"/>
          <p:cNvSpPr/>
          <p:nvPr/>
        </p:nvSpPr>
        <p:spPr>
          <a:xfrm>
            <a:off x="77724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9" name="Rectangle 15"/>
          <p:cNvSpPr/>
          <p:nvPr/>
        </p:nvSpPr>
        <p:spPr>
          <a:xfrm>
            <a:off x="777240" y="3246120"/>
            <a:ext cx="59400" cy="134856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0" name="TextBox 16"/>
          <p:cNvSpPr/>
          <p:nvPr/>
        </p:nvSpPr>
        <p:spPr>
          <a:xfrm>
            <a:off x="100584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1" name="TextBox 17"/>
          <p:cNvSpPr/>
          <p:nvPr/>
        </p:nvSpPr>
        <p:spPr>
          <a:xfrm>
            <a:off x="1005840" y="3749040"/>
            <a:ext cx="443016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2" name="Rounded Rectangle 18"/>
          <p:cNvSpPr/>
          <p:nvPr/>
        </p:nvSpPr>
        <p:spPr>
          <a:xfrm>
            <a:off x="5989320" y="3246120"/>
            <a:ext cx="5024520" cy="1348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3" name="Rectangle 19"/>
          <p:cNvSpPr/>
          <p:nvPr/>
        </p:nvSpPr>
        <p:spPr>
          <a:xfrm>
            <a:off x="5989320" y="3246120"/>
            <a:ext cx="59400" cy="134856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4" name="TextBox 20"/>
          <p:cNvSpPr/>
          <p:nvPr/>
        </p:nvSpPr>
        <p:spPr>
          <a:xfrm>
            <a:off x="6217920" y="3445920"/>
            <a:ext cx="4475880" cy="18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5" name="TextBox 21"/>
          <p:cNvSpPr/>
          <p:nvPr/>
        </p:nvSpPr>
        <p:spPr>
          <a:xfrm>
            <a:off x="6217920" y="3749040"/>
            <a:ext cx="443016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6" name="Rounded Rectangle 22"/>
          <p:cNvSpPr/>
          <p:nvPr/>
        </p:nvSpPr>
        <p:spPr>
          <a:xfrm>
            <a:off x="777240" y="5559480"/>
            <a:ext cx="10510920" cy="61704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7" name="TextBox 23"/>
          <p:cNvSpPr/>
          <p:nvPr/>
        </p:nvSpPr>
        <p:spPr>
          <a:xfrm>
            <a:off x="960120" y="5774400"/>
            <a:ext cx="1014516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2110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2026-08-03T14:45:19Z</cp:lastPrinted>
  <dcterms:modified xsi:type="dcterms:W3CDTF">2026-08-04T13:27:44Z</dcterms:modified>
  <cp:revision>69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