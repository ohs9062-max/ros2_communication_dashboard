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이동하려면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클릭하십시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서식을 편집하려면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B8316880-FE8A-4F96-87DA-F56D466F9C62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실행 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이어지게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있고 데이터가 실제로 얼마나 들어오는지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최근 메시지가 설정 시간 동안 갱신되지 않은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타입으로 구독해 실제 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5960" cy="113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5960" cy="113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목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텍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5280" cy="16452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50840" cy="31716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820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2040" cy="14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53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60720" cy="64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3320" cy="199332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15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3840" cy="993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7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704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90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7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704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96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87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801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7060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6760" cy="313632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9760" cy="313632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58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58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6760" cy="313632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9760" cy="313632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58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58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6760" cy="313632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9760" cy="313632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58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58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508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5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87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801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7060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9960" cy="71712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95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9960" cy="71712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95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9960" cy="71712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95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9960" cy="71712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95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9960" cy="71712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95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9880" cy="1612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9760" cy="161244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86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864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9880" cy="1612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9760" cy="161244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86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864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9880" cy="1612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9760" cy="16124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86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864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5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696960" y="1463040"/>
            <a:ext cx="10999080" cy="150444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9080" cy="49860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9080" cy="468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9080" cy="468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4680" cy="150444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8760" cy="215640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604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60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60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60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588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588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588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588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6000" cy="29592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5880" cy="29592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6120" cy="29592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5920" cy="29592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6080" cy="29592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6120" cy="29592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5880" cy="29592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5960" cy="29592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8040" cy="15804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6000" cy="27108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6160" cy="27108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6000" cy="27108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6000" cy="27108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5880" cy="27108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6000" cy="27108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6000" cy="27108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5880" cy="27108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4720" cy="14472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7760" cy="28188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6560" cy="12924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86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64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8760" cy="215640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8880" cy="5148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2280"/>
            <a:ext cx="12769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3280"/>
            <a:ext cx="1627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6680"/>
            <a:ext cx="53002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120"/>
            <a:ext cx="89578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20320" cy="447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3960"/>
            <a:ext cx="2008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120"/>
            <a:ext cx="164268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6000" cy="447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2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8360" cy="47232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59640"/>
            <a:ext cx="1505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5760"/>
            <a:ext cx="287712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8360" cy="47232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1720"/>
            <a:ext cx="1505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8360"/>
            <a:ext cx="2877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8360" cy="47232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3440"/>
            <a:ext cx="1505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080"/>
            <a:ext cx="2877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8360" cy="47232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160"/>
            <a:ext cx="1505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1800"/>
            <a:ext cx="2877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59840"/>
            <a:ext cx="127692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8080" cy="4082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1440"/>
            <a:ext cx="8380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8480"/>
            <a:ext cx="161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8320" cy="4082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1440"/>
            <a:ext cx="104832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8480"/>
            <a:ext cx="161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5200" cy="40824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1440"/>
            <a:ext cx="6552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8480"/>
            <a:ext cx="161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9680" cy="40824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1440"/>
            <a:ext cx="4996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8480"/>
            <a:ext cx="161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5200" cy="4082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1440"/>
            <a:ext cx="6552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2440" cy="38088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39520"/>
            <a:ext cx="10878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7480" cy="325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Picture 1" descr="overview.png"/>
          <p:cNvPicPr/>
          <p:nvPr/>
        </p:nvPicPr>
        <p:blipFill>
          <a:blip r:embed="rId1"/>
          <a:srcRect l="3293" t="0" r="0" b="0"/>
          <a:stretch/>
        </p:blipFill>
        <p:spPr>
          <a:xfrm>
            <a:off x="1080000" y="1170360"/>
            <a:ext cx="10021680" cy="451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6720" cy="6804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37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336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4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9040" cy="107532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5440" cy="31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54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9040" cy="105840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5440" cy="31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54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9040" cy="125532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5440" cy="31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544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21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30000" cy="205668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30000" cy="20566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21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30000" cy="205668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30000" cy="20566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7760" cy="396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8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5320" cy="107532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5320" cy="107532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5320" cy="125532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5" name="Picture 7" descr="topic.png"/>
          <p:cNvPicPr/>
          <p:nvPr/>
        </p:nvPicPr>
        <p:blipFill>
          <a:blip r:embed="rId1"/>
          <a:srcRect l="330" t="1035" r="0" b="1853"/>
          <a:stretch/>
        </p:blipFill>
        <p:spPr>
          <a:xfrm>
            <a:off x="536040" y="1620000"/>
            <a:ext cx="11157480" cy="359352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5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4560" cy="2509200"/>
          </a:xfrm>
          <a:prstGeom prst="rect">
            <a:avLst/>
          </a:prstGeom>
          <a:ln w="0">
            <a:noFill/>
          </a:ln>
        </p:spPr>
      </p:pic>
      <p:sp>
        <p:nvSpPr>
          <p:cNvPr id="246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4560" cy="415008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6360" cy="5832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29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12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27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65" name="Picture 6" descr="node_table.png"/>
          <p:cNvPicPr/>
          <p:nvPr/>
        </p:nvPicPr>
        <p:blipFill>
          <a:blip r:embed="rId1"/>
          <a:stretch/>
        </p:blipFill>
        <p:spPr>
          <a:xfrm>
            <a:off x="685800" y="1321560"/>
            <a:ext cx="10829880" cy="1373040"/>
          </a:xfrm>
          <a:prstGeom prst="rect">
            <a:avLst/>
          </a:prstGeom>
          <a:ln w="0">
            <a:noFill/>
          </a:ln>
        </p:spPr>
      </p:pic>
      <p:sp>
        <p:nvSpPr>
          <p:cNvPr id="266" name="Rounded Rectangle 7"/>
          <p:cNvSpPr/>
          <p:nvPr/>
        </p:nvSpPr>
        <p:spPr>
          <a:xfrm>
            <a:off x="685800" y="2880360"/>
            <a:ext cx="2143080" cy="28692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8"/>
          <p:cNvSpPr/>
          <p:nvPr/>
        </p:nvSpPr>
        <p:spPr>
          <a:xfrm>
            <a:off x="3286080" y="2880000"/>
            <a:ext cx="1411560" cy="2869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9"/>
          <p:cNvSpPr/>
          <p:nvPr/>
        </p:nvSpPr>
        <p:spPr>
          <a:xfrm>
            <a:off x="7362000" y="2880000"/>
            <a:ext cx="1475640" cy="2869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ounded Rectangle 13"/>
          <p:cNvSpPr/>
          <p:nvPr/>
        </p:nvSpPr>
        <p:spPr>
          <a:xfrm>
            <a:off x="9280080" y="3514320"/>
            <a:ext cx="2234520" cy="260028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0" name="Rectangle 14"/>
          <p:cNvSpPr/>
          <p:nvPr/>
        </p:nvSpPr>
        <p:spPr>
          <a:xfrm>
            <a:off x="540000" y="6660000"/>
            <a:ext cx="11058480" cy="324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1" name="TextBox 15"/>
          <p:cNvSpPr/>
          <p:nvPr/>
        </p:nvSpPr>
        <p:spPr>
          <a:xfrm>
            <a:off x="685800" y="6473880"/>
            <a:ext cx="8681040" cy="1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2"/>
          <a:stretch/>
        </p:blipFill>
        <p:spPr>
          <a:xfrm>
            <a:off x="3083040" y="3413520"/>
            <a:ext cx="1856520" cy="3054960"/>
          </a:xfrm>
          <a:prstGeom prst="rect">
            <a:avLst/>
          </a:prstGeom>
          <a:ln w="0">
            <a:noFill/>
          </a:ln>
        </p:spPr>
      </p:pic>
      <p:sp>
        <p:nvSpPr>
          <p:cNvPr id="273" name="Rounded Rectangle 1"/>
          <p:cNvSpPr/>
          <p:nvPr/>
        </p:nvSpPr>
        <p:spPr>
          <a:xfrm>
            <a:off x="5266080" y="2880000"/>
            <a:ext cx="1411560" cy="2869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5063040" y="3420000"/>
            <a:ext cx="1974600" cy="3048480"/>
          </a:xfrm>
          <a:prstGeom prst="rect">
            <a:avLst/>
          </a:prstGeom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4"/>
          <a:stretch/>
        </p:blipFill>
        <p:spPr>
          <a:xfrm>
            <a:off x="7223040" y="3420000"/>
            <a:ext cx="1772280" cy="304848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2"/>
          <p:cNvSpPr/>
          <p:nvPr/>
        </p:nvSpPr>
        <p:spPr>
          <a:xfrm>
            <a:off x="720000" y="3420000"/>
            <a:ext cx="2131560" cy="287460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응답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Goal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실행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3160" cy="451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87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801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7060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1440" cy="351756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67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4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8880" cy="15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1440" cy="351756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6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4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8880" cy="15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200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78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5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9640" cy="430308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4760" cy="431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4560" cy="417744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87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801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7060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4640" cy="351756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7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156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1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156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1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156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1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2000" cy="31716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936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50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4640" cy="351756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1517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5720" cy="7171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5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5720" cy="7171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5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5720" cy="7171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5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5720" cy="7171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5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932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43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5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6640"/>
            <a:ext cx="30600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9280" cy="28584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402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7760" cy="485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556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280"/>
            <a:ext cx="21744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940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516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19960" cy="9082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40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400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19960" cy="11368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40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40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19960" cy="105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40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40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19960" cy="8596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40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4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4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6840" cy="524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4560"/>
            <a:ext cx="7254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6840" cy="524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4560"/>
            <a:ext cx="7254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6840" cy="524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4560"/>
            <a:ext cx="7254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6840" cy="524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4560"/>
            <a:ext cx="7254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6840" cy="524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4560"/>
            <a:ext cx="7254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2440" cy="612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2440" cy="612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2440" cy="612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2440" cy="612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908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3703320" y="1440000"/>
            <a:ext cx="6190920" cy="2694240"/>
          </a:xfrm>
          <a:prstGeom prst="rect">
            <a:avLst/>
          </a:prstGeom>
          <a:ln w="0">
            <a:noFill/>
          </a:ln>
        </p:spPr>
      </p:pic>
      <p:sp>
        <p:nvSpPr>
          <p:cNvPr id="405" name="Rectangle 10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556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280"/>
            <a:ext cx="21744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940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516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7120" cy="10458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11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11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7120" cy="1045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11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11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7120" cy="1016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11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11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7120" cy="9406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11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11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26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1280" cy="3963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160"/>
            <a:ext cx="1959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1280" cy="652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5680"/>
            <a:ext cx="19598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1280" cy="652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440"/>
            <a:ext cx="19598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6120" cy="17064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6120" cy="24408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40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260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1280" cy="3963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160"/>
            <a:ext cx="1959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1280" cy="652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5680"/>
            <a:ext cx="19598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1280" cy="3963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160"/>
            <a:ext cx="1959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1280" cy="652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5680"/>
            <a:ext cx="19598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0440" cy="612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696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8560" cy="155124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7080" cy="196020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6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50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9560" cy="2988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56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8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7880" cy="45504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7120" cy="1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3880" cy="3884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25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97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8320" cy="41832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8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208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2480" cy="31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8320" cy="41832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8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208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2480" cy="31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8320" cy="41832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8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208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2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6360" cy="47340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344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8560" cy="354312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5280" cy="6624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8520" cy="6048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520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8400"/>
            <a:ext cx="603144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176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5600" cy="1349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60480" cy="134964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6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12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5600" cy="1349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60480" cy="134964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6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12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5600" cy="1349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60480" cy="134964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6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12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5600" cy="1349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60480" cy="134964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69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124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2000" cy="61812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624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2026-07-29T15:54:40Z</cp:lastPrinted>
  <dcterms:modified xsi:type="dcterms:W3CDTF">2026-07-31T16:38:23Z</dcterms:modified>
  <cp:revision>59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