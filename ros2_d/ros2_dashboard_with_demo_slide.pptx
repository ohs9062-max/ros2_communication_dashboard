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9EF3640B-C35A-4060-81FB-680E34065B22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터미널에서 따로 확인하면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전체 관계를 놓치기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중인 통신을 모아서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테스트까지 이어지게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주고받는 데이터 구조 또는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명시적으로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lis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줍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횟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당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섞어 설명하면 이 프로젝트의 동작을 잘못 이해하게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현재 실행 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시스템을 계속 관찰합니다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원하는 통신 형식을 등록하고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준비가 끝난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Call,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직접 실행하는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결과와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이쪽에 남습니다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discovery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어떤 통신 요소가 있는지 자동으로 찾는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없어도 모니터링은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별도 기능이고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등록한 타입으로 직접 시험할 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앞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묶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령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렇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qu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ept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por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typ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히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히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dat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loa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맞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값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송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dat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송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t_t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o_s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er=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fals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520" cy="113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520" cy="113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3840" cy="16308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49400" cy="31572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67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0600" cy="14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3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592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1880" cy="199188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01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2400" cy="9918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5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56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7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5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56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81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 </a:t>
            </a:r>
            <a:r>
              <a:rPr b="1" lang="ko-KR" sz="900" spc="-1" strike="noStrike">
                <a:solidFill>
                  <a:srgbClr val="12304a"/>
                </a:solidFill>
                <a:latin typeface="Calibri"/>
                <a:ea typeface="Calibri"/>
              </a:rPr>
              <a:t>프로젝트 주요 기능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5320" cy="313488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58320" cy="313488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44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4440" cy="25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5320" cy="313488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58320" cy="313488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44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4440" cy="25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5320" cy="313488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58320" cy="313488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44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4440" cy="25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364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 </a:t>
            </a:r>
            <a:r>
              <a:rPr b="1" lang="ko-KR" sz="900" spc="-1" strike="noStrike">
                <a:solidFill>
                  <a:srgbClr val="12304a"/>
                </a:solidFill>
                <a:latin typeface="Calibri"/>
                <a:ea typeface="Calibri"/>
              </a:rPr>
              <a:t>전체 데이터 흐름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68440" cy="1611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58320" cy="161100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7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72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68440" cy="1611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58320" cy="161100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7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72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68440" cy="1611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58320" cy="161100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7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72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491760" y="320040"/>
            <a:ext cx="1354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 </a:t>
            </a:r>
            <a:r>
              <a:rPr b="1" lang="ko-KR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기술스택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521640" y="1440000"/>
            <a:ext cx="10997640" cy="1503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7640" cy="49716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7640" cy="324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7640" cy="324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3240" cy="15030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3520"/>
            <a:ext cx="30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3520"/>
            <a:ext cx="650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4360"/>
            <a:ext cx="6123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7280"/>
            <a:ext cx="65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7320" cy="215496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3560"/>
            <a:ext cx="314460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0960"/>
            <a:ext cx="3144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0880"/>
            <a:ext cx="3144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240"/>
            <a:ext cx="3144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04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096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088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빌드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16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4560" cy="29448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236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4440" cy="29448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236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4680" cy="29448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236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4480" cy="29448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236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4640" cy="29448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236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4680" cy="29448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240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4440" cy="29448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240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4520" cy="29448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240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0996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4720" cy="26964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4988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8980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08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4440" cy="26964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0996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4988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8980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4440" cy="26964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08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6320" cy="28044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5120" cy="12780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71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240"/>
            <a:ext cx="34149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7320" cy="215496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7440" cy="5004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548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2988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6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18880" cy="447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7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124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4560" cy="447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140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56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56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56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56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548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6640" cy="40680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66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6880" cy="4068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688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3760" cy="40680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37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498240" cy="40680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4982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3760" cy="40680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37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1000" cy="3794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6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6040" cy="32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94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94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21440" y="594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291040" cy="476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280" cy="6660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2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192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3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7600" cy="107388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40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7600" cy="105696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40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7600" cy="125388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40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196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28560" cy="205524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28560" cy="2055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196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28560" cy="205524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28560" cy="2055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6320" cy="252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74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3880" cy="10738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3880" cy="10738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3880" cy="12538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5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6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9" name="" descr=""/>
          <p:cNvPicPr/>
          <p:nvPr/>
        </p:nvPicPr>
        <p:blipFill>
          <a:blip r:embed="rId1"/>
          <a:stretch/>
        </p:blipFill>
        <p:spPr>
          <a:xfrm>
            <a:off x="360000" y="1800000"/>
            <a:ext cx="11520000" cy="309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1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5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180000" y="1645560"/>
            <a:ext cx="11831400" cy="3934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5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6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1"/>
          <a:stretch/>
        </p:blipFill>
        <p:spPr>
          <a:xfrm>
            <a:off x="222480" y="1620000"/>
            <a:ext cx="11657520" cy="396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4920" cy="5688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1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0920"/>
            <a:ext cx="1260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5998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1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Rounded Rectangle 7"/>
          <p:cNvSpPr/>
          <p:nvPr/>
        </p:nvSpPr>
        <p:spPr>
          <a:xfrm>
            <a:off x="685800" y="2880360"/>
            <a:ext cx="2141640" cy="28548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6" name="Rounded Rectangle 8"/>
          <p:cNvSpPr/>
          <p:nvPr/>
        </p:nvSpPr>
        <p:spPr>
          <a:xfrm>
            <a:off x="3286080" y="2880000"/>
            <a:ext cx="1410120" cy="2854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9"/>
          <p:cNvSpPr/>
          <p:nvPr/>
        </p:nvSpPr>
        <p:spPr>
          <a:xfrm>
            <a:off x="7362000" y="2880000"/>
            <a:ext cx="1474200" cy="2854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13"/>
          <p:cNvSpPr/>
          <p:nvPr/>
        </p:nvSpPr>
        <p:spPr>
          <a:xfrm>
            <a:off x="9280080" y="3514320"/>
            <a:ext cx="2233080" cy="259884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ectangle 14"/>
          <p:cNvSpPr/>
          <p:nvPr/>
        </p:nvSpPr>
        <p:spPr>
          <a:xfrm>
            <a:off x="540000" y="6660000"/>
            <a:ext cx="11057040" cy="180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0" name="TextBox 15"/>
          <p:cNvSpPr/>
          <p:nvPr/>
        </p:nvSpPr>
        <p:spPr>
          <a:xfrm>
            <a:off x="685800" y="6473880"/>
            <a:ext cx="867960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1"/>
          <a:stretch/>
        </p:blipFill>
        <p:spPr>
          <a:xfrm>
            <a:off x="3083040" y="3413520"/>
            <a:ext cx="1855080" cy="3053520"/>
          </a:xfrm>
          <a:prstGeom prst="rect">
            <a:avLst/>
          </a:prstGeom>
          <a:ln w="0">
            <a:noFill/>
          </a:ln>
        </p:spPr>
      </p:pic>
      <p:sp>
        <p:nvSpPr>
          <p:cNvPr id="272" name="Rounded Rectangle 1"/>
          <p:cNvSpPr/>
          <p:nvPr/>
        </p:nvSpPr>
        <p:spPr>
          <a:xfrm>
            <a:off x="5266080" y="2880000"/>
            <a:ext cx="1410120" cy="2854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2"/>
          <a:stretch/>
        </p:blipFill>
        <p:spPr>
          <a:xfrm>
            <a:off x="5063040" y="3420000"/>
            <a:ext cx="1973160" cy="3047040"/>
          </a:xfrm>
          <a:prstGeom prst="rect">
            <a:avLst/>
          </a:prstGeom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7223040" y="3420000"/>
            <a:ext cx="1770840" cy="3047040"/>
          </a:xfrm>
          <a:prstGeom prst="rect">
            <a:avLst/>
          </a:prstGeom>
          <a:ln w="0">
            <a:noFill/>
          </a:ln>
        </p:spPr>
      </p:pic>
      <p:sp>
        <p:nvSpPr>
          <p:cNvPr id="275" name="Rounded Rectangle 2"/>
          <p:cNvSpPr/>
          <p:nvPr/>
        </p:nvSpPr>
        <p:spPr>
          <a:xfrm>
            <a:off x="720000" y="3420000"/>
            <a:ext cx="2130120" cy="287316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Action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4"/>
          <a:stretch/>
        </p:blipFill>
        <p:spPr>
          <a:xfrm>
            <a:off x="360000" y="1260000"/>
            <a:ext cx="11338560" cy="1215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1720" cy="4512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0000" cy="351612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5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2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7440" cy="159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0000" cy="351612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58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2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7440" cy="159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05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640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8200" cy="430164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3320" cy="431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3120" cy="417600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3200" cy="351612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5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01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398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01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398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01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398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0560" cy="3157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79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494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3200" cy="351612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34502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 / SUBSCRIBE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78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2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6320" cy="485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412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79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등록을 쉽게 만드는 과정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사용자가 패키지 내부 설정을 직접 수정하지 않고도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, Interface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를 등록하고 통신할수 있는 방법을 고민했습니다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4177080" cy="12369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42289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사용하려면 패키지명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package.xml,CmakeLists.txt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직접 확인하고 맞춰야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사용자가 제품 내부 코드를 열어 직접 설정하는 것 과 같습니다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40000" y="2880000"/>
            <a:ext cx="4177080" cy="1260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41880" y="288000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시도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3060000"/>
            <a:ext cx="3868920" cy="99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.msg .srv .action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양식을 기입시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기존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디폴트 값으로 자동 생성 하도록 만들었습니다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-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의존성이 명시 되어있을경우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패키지명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타입이 정확히 일치해야 하며</a:t>
            </a:r>
            <a:br>
              <a:rPr sz="1030"/>
            </a:b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 관계는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 존재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1480" y="4320000"/>
            <a:ext cx="4178520" cy="900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577440" y="447300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577440" y="4680000"/>
            <a:ext cx="392256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기존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기입 방식은 유지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검증된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또는 폴더로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자체를 업로드 하도록 기능을 확장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400000"/>
            <a:ext cx="4185720" cy="1038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577440" y="555300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577440" y="5787000"/>
            <a:ext cx="3922560" cy="5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개발자는 패키지 설정을 다시 작성할 필요가 없고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사용자는 원본 패키지만 업로드하면 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Build · Install ·Import ·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통신까지 진행할 수 있게 됐습니다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6300000" y="4320000"/>
            <a:ext cx="4485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5760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5805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6903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6948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8046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8091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9189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9234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10332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10377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6600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7743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8886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10029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5414760" y="5632560"/>
            <a:ext cx="6105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4" name="Rectangle 10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1"/>
          <a:stretch/>
        </p:blipFill>
        <p:spPr>
          <a:xfrm>
            <a:off x="5580000" y="1440000"/>
            <a:ext cx="5578920" cy="2804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412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79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5680" cy="10443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5680" cy="1044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5680" cy="1015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5680" cy="939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11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49840" cy="3949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520"/>
            <a:ext cx="1958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04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780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7560" cy="17208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7560" cy="2455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26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11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49840" cy="3949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520"/>
            <a:ext cx="1958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04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49840" cy="3949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520"/>
            <a:ext cx="1958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04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1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7120" cy="154980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5640" cy="195876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52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36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8120" cy="2844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41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7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6440" cy="45360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568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2440" cy="388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112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08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6880" cy="4168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7840"/>
            <a:ext cx="416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19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6880" cy="4168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080"/>
            <a:ext cx="416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19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6880" cy="4168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2320"/>
            <a:ext cx="416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19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104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4920" cy="47196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200"/>
            <a:ext cx="105120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7120" cy="354168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7080" cy="5904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080"/>
            <a:ext cx="1823760" cy="1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0440"/>
            <a:ext cx="1641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2970000" y="518400"/>
            <a:ext cx="603000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3280"/>
            <a:ext cx="85903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59040" cy="134820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1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298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59040" cy="134820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1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298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59040" cy="134820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59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298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59040" cy="134820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59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29800" cy="3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0560" cy="61668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4400"/>
            <a:ext cx="10144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2394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2026-08-05T15:57:27Z</cp:lastPrinted>
  <dcterms:modified xsi:type="dcterms:W3CDTF">2026-08-05T16:27:35Z</dcterms:modified>
  <cp:revision>90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